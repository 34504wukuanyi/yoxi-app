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主標：yoxi 城市同行</a:t>
            </a:r>
          </a:p>
          <a:p>
            <a:r>
              <a:t>副標：AI 城市猜謎 × 寵物養成 × 手機行事曆整合</a:t>
            </a:r>
          </a:p>
          <a:p>
            <a:r>
              <a:t>核心句：每天猜一座城市，陪你的寵物一起成長。</a:t>
            </a:r>
          </a:p>
          <a:p>
            <a:r>
              <a:t>2026 和泰 AI 黑客松</a:t>
            </a:r>
          </a:p>
          <a:p>
            <a:r>
              <a:t>企業挑戰：提升 yoxi 顧客主動開啟 App 的意願</a:t>
            </a:r>
          </a:p>
          <a:p>
            <a:r>
              <a:t>團隊：資興餅皮</a:t>
            </a:r>
          </a:p>
          <a:p/>
          <a:p>
            <a:r>
              <a:t>畫面規劃：寵物與城市謎題為主視覺，行事曆提醒作為小型輔助區塊。此階段使用概念插圖，App 完成後再替換為實際畫面。</a:t>
            </a:r>
          </a:p>
          <a:p/>
          <a:p/>
          <a:p>
            <a:r>
              <a:t>原型製作請同時閱讀第17–20頁附錄。手機日曆正式串接依原生系統授權介面實作，瀏覽器原型使用明確標記的模擬資料。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主標：以每日遊戲建立回訪，以行程提醒銜接叫車</a:t>
            </a:r>
          </a:p>
          <a:p/>
          <a:p>
            <a:r>
              <a:t>產品：yoxi 城市同行</a:t>
            </a:r>
          </a:p>
          <a:p>
            <a:r>
              <a:t>目標客群：yoxi 乘客，以及平常不一定需要叫車的學生與上班族。</a:t>
            </a:r>
          </a:p>
          <a:p>
            <a:r>
              <a:t>核心功能：城市地點猜謎、飼料取得、寵物養成與年度活動。</a:t>
            </a:r>
          </a:p>
          <a:p>
            <a:r>
              <a:t>內容來源：乘客自願拍攝沿途風景，符合條件的照片成為謎題。</a:t>
            </a:r>
          </a:p>
          <a:p>
            <a:r>
              <a:t>輔助功能：串接手機行事曆，整理明日行程並提醒是否需要提前安排叫車。</a:t>
            </a:r>
          </a:p>
          <a:p>
            <a:r>
              <a:t>AI 應用：照片審核、關聯選項生成、題目難度評估、行程時間與地點解析。</a:t>
            </a:r>
          </a:p>
          <a:p>
            <a:r>
              <a:t>預期效益：提高主動開啟與留存，驗證是否帶動增量搭乘。</a:t>
            </a:r>
          </a:p>
          <a:p/>
          <a:p>
            <a:r>
              <a:t>畫面規劃：摘要卡片；遊戲為主，行事曆為輔。</a:t>
            </a:r>
          </a:p>
          <a:p/>
          <a:p/>
          <a:p>
            <a:r>
              <a:t>原型製作請同時閱讀第17–20頁附錄。手機日曆正式串接依原生系統授權介面實作，瀏覽器原型使用明確標記的模擬資料。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主標：沒有叫車需求時，使用者為什麼還要打開 yoxi？</a:t>
            </a:r>
          </a:p>
          <a:p/>
          <a:p>
            <a:r>
              <a:t>待驗證問題：使用者可能只在需要交通時開啟 App，平日缺乏持續互動理由。</a:t>
            </a:r>
          </a:p>
          <a:p/>
          <a:p>
            <a:r>
              <a:t>現有使用情境：需要交通、開啟 App、叫車、抵達後離開。</a:t>
            </a:r>
          </a:p>
          <a:p>
            <a:r>
              <a:t>本案新增動機：每天猜城市、取得飼料、照顧寵物、查看成長成果。</a:t>
            </a:r>
          </a:p>
          <a:p>
            <a:r>
              <a:t>重要外出時：查看手機行事曆的明日行程，再決定是否安排交通。</a:t>
            </a:r>
          </a:p>
          <a:p/>
          <a:p>
            <a:r>
              <a:t>頁面重點句：讓「今天不用搭車」的人，也有主動回來的理由。</a:t>
            </a:r>
          </a:p>
          <a:p/>
          <a:p>
            <a:r>
              <a:t>畫面規劃：對照兩種使用情境，避免把使用者行為假設寫成已證實的事實。</a:t>
            </a:r>
          </a:p>
          <a:p/>
          <a:p/>
          <a:p>
            <a:r>
              <a:t>原型製作請同時閱讀第17–20頁附錄。手機日曆正式串接依原生系統授權介面實作，瀏覽器原型使用明確標記的模擬資料。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主標：從領養寵物開始，串起每天的參與</a:t>
            </a:r>
          </a:p>
          <a:p/>
          <a:p>
            <a:r>
              <a:t>首次登入：免費領養寵物。</a:t>
            </a:r>
          </a:p>
          <a:p>
            <a:r>
              <a:t>需要外出：完成 yoxi 搭乘，獲得特殊飼料。</a:t>
            </a:r>
          </a:p>
          <a:p>
            <a:r>
              <a:t>乘車途中：自願拍攝風景，合格投稿獲得攝影飼料。</a:t>
            </a:r>
          </a:p>
          <a:p>
            <a:r>
              <a:t>回家後：猜其他乘客拍攝的地點，獲得一般飼料。</a:t>
            </a:r>
          </a:p>
          <a:p>
            <a:r>
              <a:t>持續參與：餵養寵物、解鎖成長階段與收藏。</a:t>
            </a:r>
          </a:p>
          <a:p>
            <a:r>
              <a:t>年度結算：依年度養成成果與公開規則，提供優惠券及限定獎勵。</a:t>
            </a:r>
          </a:p>
          <a:p/>
          <a:p>
            <a:r>
              <a:t>行事曆獨立提供日常排程服務；前一晚提醒明日行程，需要時銜接叫車。</a:t>
            </a:r>
          </a:p>
          <a:p/>
          <a:p>
            <a:r>
              <a:t>畫面規劃：以寵物為中心呈現參與循環，行事曆放在外出前的輔助位置。</a:t>
            </a:r>
          </a:p>
          <a:p/>
          <a:p/>
          <a:p>
            <a:r>
              <a:t>原型製作請同時閱讀第17–20頁附錄。手機日曆正式串接依原生系統授權介面實作，瀏覽器原型使用明確標記的模擬資料。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主標：乘客拍城市，大家猜地點，飼料養寵物</a:t>
            </a:r>
          </a:p>
          <a:p/>
          <a:p>
            <a:r>
              <a:t>乘客自願投稿沿途風景。</a:t>
            </a:r>
          </a:p>
          <a:p>
            <a:r>
              <a:t>系統確認照片品質、拍摄位置與出題線索。</a:t>
            </a:r>
          </a:p>
          <a:p>
            <a:r>
              <a:t>AI 從可信地點資料中產生相關選項。</a:t>
            </a:r>
          </a:p>
          <a:p>
            <a:r>
              <a:t>所有使用者都能參加每日猜謎，不必當天搭車。</a:t>
            </a:r>
          </a:p>
          <a:p>
            <a:r>
              <a:t>玩家取得飼料，餵養自己的寵物。</a:t>
            </a:r>
          </a:p>
          <a:p/>
          <a:p>
            <a:r>
              <a:t>頁面重點句：每一趟乘車，都有機會提供下一次主動開啟 App 的遊戲內容。</a:t>
            </a:r>
          </a:p>
          <a:p/>
          <a:p>
            <a:r>
              <a:t>畫面規劃：拍照、出題、猜謎、餵養四個主要區塊。</a:t>
            </a:r>
          </a:p>
          <a:p/>
          <a:p/>
          <a:p>
            <a:r>
              <a:t>原型製作請同時閱讀第17–20頁附錄。手機日曆正式串接依原生系統授權介面實作，瀏覽器原型使用明確標記的模擬資料。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主標：一登入，就有一隻自己的寵物</a:t>
            </a:r>
          </a:p>
          <a:p/>
          <a:p>
            <a:r>
              <a:t>首次登入免費領養，無須搭車或付費。</a:t>
            </a:r>
          </a:p>
          <a:p>
            <a:r>
              <a:t>首頁提供寵物入口，可查看外觀、成長階段及飼料庫存。</a:t>
            </a:r>
          </a:p>
          <a:p>
            <a:r>
              <a:t>使用不同飼料累積成長經驗，解鎖外觀、表情與城市紀念品。</a:t>
            </a:r>
          </a:p>
          <a:p>
            <a:r>
              <a:t>寵物成長永久保留，不因年度活動結束歸零。</a:t>
            </a:r>
          </a:p>
          <a:p>
            <a:r>
              <a:t>短期未登入不會死亡或扣除既有成長，降低照顧壓力。</a:t>
            </a:r>
          </a:p>
          <a:p/>
          <a:p>
            <a:r>
              <a:t>頁面重點句：讓使用者每次回來，都能看見自己累積的成果。</a:t>
            </a:r>
          </a:p>
          <a:p/>
          <a:p>
            <a:r>
              <a:t>畫面規劃：初始寵物與後續成長階段概念插圖。</a:t>
            </a:r>
          </a:p>
          <a:p/>
          <a:p/>
          <a:p>
            <a:r>
              <a:t>原型製作請同時閱讀第17–20頁附錄。手機日曆正式串接依原生系統授權介面實作，瀏覽器原型使用明確標記的模擬資料。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主標：搭車、拍照、猜謎，都能讓寵物成長</a:t>
            </a:r>
          </a:p>
          <a:p/>
          <a:p>
            <a:r>
              <a:t>一般飼料：完成每日猜謎取得基本獎勵，答對再追加獎勵。</a:t>
            </a:r>
          </a:p>
          <a:p>
            <a:r>
              <a:t>特殊飼料：完成有效 yoxi 搭乘取得，提供成長加成。</a:t>
            </a:r>
          </a:p>
          <a:p>
            <a:r>
              <a:t>攝影飼料：照片通過品質與出題資格審核後取得，每趟及每日設上限。</a:t>
            </a:r>
          </a:p>
          <a:p>
            <a:r>
              <a:t>成就獎勵：持續參與或達成探索里程碑，解鎖紀念品或限定外觀。</a:t>
            </a:r>
          </a:p>
          <a:p/>
          <a:p>
            <a:r>
              <a:t>建議原型數值：</a:t>
            </a:r>
          </a:p>
          <a:p>
            <a:r>
              <a:t>完成每日挑戰：+10 成長經驗。</a:t>
            </a:r>
          </a:p>
          <a:p>
            <a:r>
              <a:t>猜對答案：追加 +20。</a:t>
            </a:r>
          </a:p>
          <a:p>
            <a:r>
              <a:t>有效搭乘：+30。</a:t>
            </a:r>
          </a:p>
          <a:p>
            <a:r>
              <a:t>合格攝影投稿：+25。</a:t>
            </a:r>
          </a:p>
          <a:p>
            <a:r>
              <a:t>以上為示意配置，需經測試調整。完成與答對獎勵於隔日公布答案後結算。</a:t>
            </a:r>
          </a:p>
          <a:p/>
          <a:p>
            <a:r>
              <a:t>合格投稿不等於一定獲選出題；正式採用後，投稿者另收到題目參與結果。</a:t>
            </a:r>
          </a:p>
          <a:p>
            <a:r>
              <a:t>免費猜謎也能穩定成長，搭乘提供加成；避免無限制刷車次或重複投稿。</a:t>
            </a:r>
          </a:p>
          <a:p/>
          <a:p>
            <a:r>
              <a:t>畫面規劃：三種主要飼料與對應行為，示意數值置於註記。</a:t>
            </a:r>
          </a:p>
          <a:p/>
          <a:p/>
          <a:p>
            <a:r>
              <a:t>原型製作請同時閱讀第17–20頁附錄。手機日曆正式串接依原生系統授權介面實作，瀏覽器原型使用明確標記的模擬資料。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主標：AI 把合格風景照片變成可解的城市謎題</a:t>
            </a:r>
          </a:p>
          <a:p/>
          <a:p>
            <a:r>
              <a:t>第一步：檢查清晰度、曝光與重複投稿。</a:t>
            </a:r>
          </a:p>
          <a:p>
            <a:r>
              <a:t>第二步：處理人臉、車牌等敏感資訊，公開前讓投稿者確認。</a:t>
            </a:r>
          </a:p>
          <a:p>
            <a:r>
              <a:t>第三步：結合經授權的拍攝位置、行程時間及可信地點資料，核實正解。</a:t>
            </a:r>
          </a:p>
          <a:p>
            <a:r>
              <a:t>第四步：判斷照片是否有足夠辨識線索。</a:t>
            </a:r>
          </a:p>
          <a:p>
            <a:r>
              <a:t>第五步：產生四個相關地點選項，檢查是否只有一個合理正解。</a:t>
            </a:r>
          </a:p>
          <a:p/>
          <a:p>
            <a:r>
              <a:t>選項原則：同類型、景觀相似、地理合理，避免混入一眼就能排除的地點。</a:t>
            </a:r>
          </a:p>
          <a:p>
            <a:r>
              <a:t>無法核實位置或缺乏線索的照片不進入正式題庫。</a:t>
            </a:r>
          </a:p>
          <a:p/>
          <a:p>
            <a:r>
              <a:t>頁面重點句：AI 負責協助出題，標準答案必須有可信資料支持。</a:t>
            </a:r>
          </a:p>
          <a:p/>
          <a:p>
            <a:r>
              <a:t>畫面規劃：照片輸入、品質檢查、地點核實、四選一題目。</a:t>
            </a:r>
          </a:p>
          <a:p/>
          <a:p/>
          <a:p>
            <a:r>
              <a:t>原型製作請同時閱讀第17–20頁附錄。手機日曆正式串接依原生系統授權介面實作，瀏覽器原型使用明確標記的模擬資料。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主標：從玩家答對率，持續改善題目難度</a:t>
            </a:r>
          </a:p>
          <a:p/>
          <a:p>
            <a:r>
              <a:t>示例 A：完整拍攝台北 101，多數玩家一眼辨識。</a:t>
            </a:r>
          </a:p>
          <a:p>
            <a:r>
              <a:t>若答對率持續過高，降低同類照片作為一般挑戰題的優先度；仍可作為新手題。</a:t>
            </a:r>
          </a:p>
          <a:p/>
          <a:p>
            <a:r>
              <a:t>示例 B：照片保留部分建築與街景線索。</a:t>
            </a:r>
          </a:p>
          <a:p>
            <a:r>
              <a:t>若玩家能透過觀察作答，且體驗良好，可優先測試類似題型。</a:t>
            </a:r>
          </a:p>
          <a:p/>
          <a:p>
            <a:r>
              <a:t>示例 C：只有普通牆面，沒有地理線索。</a:t>
            </a:r>
          </a:p>
          <a:p>
            <a:r>
              <a:t>即使答對率低，也可能只是亂猜，不能視為好題目。</a:t>
            </a:r>
          </a:p>
          <a:p/>
          <a:p>
            <a:r>
              <a:t>評估依據：答對率、作答時間、選項分布、跳題與玩家回饋，並檢查線索及正解。</a:t>
            </a:r>
          </a:p>
          <a:p>
            <a:r>
              <a:t>四選一亂猜基準約為 25%；需考量樣本量及玩家熟悉程度。</a:t>
            </a:r>
          </a:p>
          <a:p>
            <a:r>
              <a:t>初期以規則與統計調整選題，累積足夠資料後再訓練題目品質模型。</a:t>
            </a:r>
          </a:p>
          <a:p/>
          <a:p>
            <a:r>
              <a:t>頁面重點句：題目應有挑戰，也要讓人能靠線索找到答案。</a:t>
            </a:r>
          </a:p>
          <a:p/>
          <a:p>
            <a:r>
              <a:t>畫面規劃：過易、適中、無線索三種示意題；所有示例皆標明非實測。</a:t>
            </a:r>
          </a:p>
          <a:p/>
          <a:p/>
          <a:p>
            <a:r>
              <a:t>原型製作請同時閱讀第17–20頁附錄。手機日曆正式串接依原生系統授權介面實作，瀏覽器原型使用明確標記的模擬資料。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主標：今晚猜地點，明天看答案、領飼料</a:t>
            </a:r>
          </a:p>
          <a:p/>
          <a:p>
            <a:r>
              <a:t>白天：收集與審核投稿。</a:t>
            </a:r>
          </a:p>
          <a:p>
            <a:r>
              <a:t>晚上：發布已通過審核的每日謎題，題目不足時使用備用題庫。</a:t>
            </a:r>
          </a:p>
          <a:p>
            <a:r>
              <a:t>玩家：觀察照片、選擇地點、確認提交；每帳號每題僅能正式作答一次。</a:t>
            </a:r>
          </a:p>
          <a:p>
            <a:r>
              <a:t>提交後：先不公布正解，等待統一揭曉。</a:t>
            </a:r>
          </a:p>
          <a:p>
            <a:r>
              <a:t>隔日：公布地點、辨識線索與飼料獎勵。</a:t>
            </a:r>
          </a:p>
          <a:p>
            <a:r>
              <a:t>投稿者：作品正式採用後可查看參與人數及答對率。</a:t>
            </a:r>
          </a:p>
          <a:p/>
          <a:p>
            <a:r>
              <a:t>景點可收藏，方便之後規劃出遊；是否叫車由使用者自行決定。</a:t>
            </a:r>
          </a:p>
          <a:p/>
          <a:p>
            <a:r>
              <a:t>頁面重點句：每日新題與隔日答案，建立連續回訪理由。</a:t>
            </a:r>
          </a:p>
          <a:p/>
          <a:p>
            <a:r>
              <a:t>畫面規劃：猜題頁與答案頁的概念版面，App 完成後替換截圖。</a:t>
            </a:r>
          </a:p>
          <a:p/>
          <a:p/>
          <a:p>
            <a:r>
              <a:t>原型製作請同時閱讀第17–20頁附錄。手機日曆正式串接依原生系統授權介面實作，瀏覽器原型使用明確標記的模擬資料。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主標：每天養成，年末看見一整年的成果</a:t>
            </a:r>
          </a:p>
          <a:p/>
          <a:p>
            <a:r>
              <a:t>永久成長：累積飼料經驗，解鎖寵物進化、外觀及探索收藏。</a:t>
            </a:r>
          </a:p>
          <a:p>
            <a:r>
              <a:t>年度評比：統計當年度有效養成與參與成果，排除歷年累積優勢。</a:t>
            </a:r>
          </a:p>
          <a:p>
            <a:r>
              <a:t>公平規則：每日可計入的猜謎、合格投稿與搭乘加成皆有上限。</a:t>
            </a:r>
          </a:p>
          <a:p>
            <a:r>
              <a:t>年度優勝：依公開規則評選養成成果優秀的玩家，提供 yoxi 優惠券或限定造型。</a:t>
            </a:r>
          </a:p>
          <a:p>
            <a:r>
              <a:t>參與達標：另設達標獎，讓一般玩家也有可達成的長期目標。</a:t>
            </a:r>
          </a:p>
          <a:p/>
          <a:p>
            <a:r>
              <a:t>寵物總等級不歸零；年度評比積分於新活動重新計算。</a:t>
            </a:r>
          </a:p>
          <a:p>
            <a:r>
              <a:t>規則、獎項數量、券額與異常行為審核方式須在活動開始前公告。</a:t>
            </a:r>
          </a:p>
          <a:p/>
          <a:p>
            <a:r>
              <a:t>頁面重點句：保留長期養成競賽，同時避免只由搭車最多的人獲勝。</a:t>
            </a:r>
          </a:p>
          <a:p/>
          <a:p>
            <a:r>
              <a:t>畫面規劃：寵物成長階段、年度成果卡與獎勵圖示。</a:t>
            </a:r>
          </a:p>
          <a:p/>
          <a:p/>
          <a:p>
            <a:r>
              <a:t>原型製作請同時閱讀第17–20頁附錄。手機日曆正式串接依原生系統授權介面實作，瀏覽器原型使用明確標記的模擬資料。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主標：手機行事曆照常排程，寵物提醒明日交通</a:t>
            </a:r>
          </a:p>
          <a:p/>
          <a:p>
            <a:r>
              <a:t>行事曆功能：</a:t>
            </a:r>
          </a:p>
          <a:p>
            <a:r>
              <a:t>串接使用者手機既有行事曆，經授權讀取選定日曆。</a:t>
            </a:r>
          </a:p>
          <a:p>
            <a:r>
              <a:t>行程仍由一般行事曆新增、修改或刪除，yoxi 依最新授權資料整理明日安排。</a:t>
            </a:r>
          </a:p>
          <a:p>
            <a:r>
              <a:t>支援面試、會議、考試、演唱會等日常事件，不限定遊戲收藏景點。</a:t>
            </a:r>
          </a:p>
          <a:p/>
          <a:p>
            <a:r>
              <a:t>前一晚提醒：</a:t>
            </a:r>
          </a:p>
          <a:p>
            <a:r>
              <a:t>使用玩家自己的寵物圖案，搭配文字：</a:t>
            </a:r>
          </a:p>
          <a:p>
            <a:r>
              <a:t>「明天 09:00 有面試，是否需要提前安排叫車？」</a:t>
            </a:r>
          </a:p>
          <a:p>
            <a:r>
              <a:t>選項：「安排交通」「稍後提醒」「不需要」。</a:t>
            </a:r>
          </a:p>
          <a:p/>
          <a:p>
            <a:r>
              <a:t>使用者選擇安排交通後：</a:t>
            </a:r>
          </a:p>
          <a:p>
            <a:r>
              <a:t>確認上車點與目的地，估算車程、等車及緩衝時間，再銜接可用叫車／預約流程。</a:t>
            </a:r>
          </a:p>
          <a:p>
            <a:r>
              <a:t>若尚不支援提前預約，可設定出發前叫車提醒；不宣稱一定能提前派到車。</a:t>
            </a:r>
          </a:p>
          <a:p>
            <a:r>
              <a:t>地點缺漏時先請使用者補充，不自行猜測目的地。</a:t>
            </a:r>
          </a:p>
          <a:p/>
          <a:p>
            <a:r>
              <a:t>寵物只提供提醒圖案與口吻，行事曆排程保持正常功能，不綁定飼料或競賽。</a:t>
            </a:r>
          </a:p>
          <a:p>
            <a:r>
              <a:t>App 內提醒使用玩家寵物圖案；系統推播的圖片呈現依手機系統能力調整。</a:t>
            </a:r>
          </a:p>
          <a:p>
            <a:r>
              <a:t>提醒時間可設定，通知可關閉，行事曆授權可撤銷。</a:t>
            </a:r>
          </a:p>
          <a:p/>
          <a:p>
            <a:r>
              <a:t>畫面規劃：一般明日行程列表，搭配玩家寵物圖案的提醒卡。</a:t>
            </a:r>
          </a:p>
          <a:p/>
          <a:p/>
          <a:p>
            <a:r>
              <a:t>原型製作請同時閱讀第17–20頁附錄。手機日曆正式串接依原生系統授權介面實作，瀏覽器原型使用明確標記的模擬資料。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主標：AI 協助理解，後端規則負責執行</a:t>
            </a:r>
          </a:p>
          <a:p/>
          <a:p>
            <a:r>
              <a:t>遊戲資料：乘客照片、經授權拍攝位置與有效完乘資料。</a:t>
            </a:r>
          </a:p>
          <a:p>
            <a:r>
              <a:t>遊戲 AI：品質與敏感內容初篩、場景特徵分析、關聯選項生成、題目品質評估。</a:t>
            </a:r>
          </a:p>
          <a:p>
            <a:r>
              <a:t>可信地點資料：提供可核實的正解與候選地點，避免模型編造位置。</a:t>
            </a:r>
          </a:p>
          <a:p>
            <a:r>
              <a:t>作答回饋：答對率、時間與玩家回饋，用於改善後續選題。</a:t>
            </a:r>
          </a:p>
          <a:p/>
          <a:p>
            <a:r>
              <a:t>行事曆資料：使用者授權的手機日曆明日事件。</a:t>
            </a:r>
          </a:p>
          <a:p>
            <a:r>
              <a:t>行程 AI：解析時間與地點、整理摘要及提醒文字。</a:t>
            </a:r>
          </a:p>
          <a:p>
            <a:r>
              <a:t>路線服務：估算車程；寵物圖案呈現提醒內容。</a:t>
            </a:r>
          </a:p>
          <a:p/>
          <a:p>
            <a:r>
              <a:t>後端規則：有效搭乘判定、投稿上限、作答限制、飼料發放、年度積分與獎勵結算。</a:t>
            </a:r>
          </a:p>
          <a:p>
            <a:r>
              <a:t>使用者確認：照片公開、行事曆權限及是否叫車。</a:t>
            </a:r>
          </a:p>
          <a:p/>
          <a:p>
            <a:r>
              <a:t>MVP 可採多模態模型搭配地點資料庫、影像品質檢查與 pHash 去重，模型與介面依試辦條件選定。</a:t>
            </a:r>
          </a:p>
          <a:p/>
          <a:p>
            <a:r>
              <a:t>畫面規劃：遊戲與行事曆兩條流程，共用帳號及使用者確認機制。</a:t>
            </a:r>
          </a:p>
          <a:p/>
          <a:p/>
          <a:p>
            <a:r>
              <a:t>原型製作請同時閱讀第17–20頁附錄。手機日曆正式串接依原生系統授權介面實作，瀏覽器原型使用明確標記的模擬資料。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主標：遊戲內容來自搭乘，養成也回到出行</a:t>
            </a:r>
          </a:p>
          <a:p/>
          <a:p>
            <a:r>
              <a:t>真實乘客內容：沿途照片持續補充城市謎題。</a:t>
            </a:r>
          </a:p>
          <a:p>
            <a:r>
              <a:t>AI 題目改善：參考玩家作答表現，降低過易或不可解題目的比例。</a:t>
            </a:r>
          </a:p>
          <a:p>
            <a:r>
              <a:t>寵物長期養成：飼料、進化與年度成果提供持續參與目標。</a:t>
            </a:r>
          </a:p>
          <a:p>
            <a:r>
              <a:t>搭乘參與：特殊飼料與合格投稿讓真實乘車成為遊戲的一部分。</a:t>
            </a:r>
          </a:p>
          <a:p>
            <a:r>
              <a:t>實用行程提醒：手機行事曆協助重要外出，寵物圖案讓提醒與個人養成有所連結。</a:t>
            </a:r>
          </a:p>
          <a:p/>
          <a:p>
            <a:r>
              <a:t>商業路徑：日常回訪增加互動；搭乘獎勵、收藏景點及行程提醒提供交通安排入口。</a:t>
            </a:r>
          </a:p>
          <a:p>
            <a:r>
              <a:t>是否真的增加叫車與完乘，必須透過實驗驗證。</a:t>
            </a:r>
          </a:p>
          <a:p/>
          <a:p>
            <a:r>
              <a:t>畫面規劃：以遊戲回訪與交通需求兩條路徑呈現，避免宣稱必然轉換。</a:t>
            </a:r>
          </a:p>
          <a:p/>
          <a:p/>
          <a:p>
            <a:r>
              <a:t>原型製作請同時閱讀第17–20頁附錄。手機日曆正式串接依原生系統授權介面實作，瀏覽器原型使用明確標記的模擬資料。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主標：驗證使用者是否回來，也驗證是否增加有效搭乘</a:t>
            </a:r>
          </a:p>
          <a:p/>
          <a:p>
            <a:r>
              <a:t>主要指標：</a:t>
            </a:r>
          </a:p>
          <a:p>
            <a:r>
              <a:t>自發開啟率、D7 留存、每日猜謎參與、寵物餵養率。</a:t>
            </a:r>
          </a:p>
          <a:p>
            <a:r>
              <a:t>輔助指標：合格投稿比例、題目品質、提醒回應率、叫車與完乘轉換。</a:t>
            </a:r>
          </a:p>
          <a:p>
            <a:r>
              <a:t>商業指標：相對對照組的增量完乘貢獻與新增營運成本。</a:t>
            </a:r>
          </a:p>
          <a:p/>
          <a:p>
            <a:r>
              <a:t>三組隨機實驗：</a:t>
            </a:r>
          </a:p>
          <a:p>
            <a:r>
              <a:t>A：原版 yoxi。</a:t>
            </a:r>
          </a:p>
          <a:p>
            <a:r>
              <a:t>B：原版＋城市猜謎、飼料與寵物養成。</a:t>
            </a:r>
          </a:p>
          <a:p>
            <a:r>
              <a:t>C：B＋手機行事曆整合與寵物圖案提醒。</a:t>
            </a:r>
          </a:p>
          <a:p/>
          <a:p>
            <a:r>
              <a:t>自發開啟需排除推播點擊及外部導流，推播帶回另行量測。</a:t>
            </a:r>
          </a:p>
          <a:p>
            <a:r>
              <a:t>初步試辦目標：自發開啟率提升 5 個百分點、D7 留存提升 3 個百分點；皆為待驗證目標。</a:t>
            </a:r>
          </a:p>
          <a:p>
            <a:r>
              <a:t>短期試辦先驗證每日參與，年度競賽以模擬結算展示，長期效果另追蹤。</a:t>
            </a:r>
          </a:p>
          <a:p/>
          <a:p>
            <a:r>
              <a:t>成本包含：模型、影像儲存、人工審核、寵物素材、日曆串接、開發維護及優惠券。</a:t>
            </a:r>
          </a:p>
          <a:p>
            <a:r>
              <a:t>年度與達標獎設定固定預算；不得把免費虛擬飼料直接等同現金補貼成本。</a:t>
            </a:r>
          </a:p>
          <a:p/>
          <a:p>
            <a:r>
              <a:t>畫面規劃：主要指標卡片、實驗三組與成本分類。</a:t>
            </a:r>
          </a:p>
          <a:p/>
          <a:p/>
          <a:p>
            <a:r>
              <a:t>原型製作請同時閱讀第17–20頁附錄。手機日曆正式串接依原生系統授權介面實作，瀏覽器原型使用明確標記的模擬資料。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必須完成的功能：</a:t>
            </a:r>
          </a:p>
          <a:p>
            <a:r>
              <a:t>首次登入領養寵物；首頁查看寵物、經驗與飼料庫存。</a:t>
            </a:r>
          </a:p>
          <a:p>
            <a:r>
              <a:t>模擬有效完乘取得特殊飼料；合格照片投稿取得攝影飼料。</a:t>
            </a:r>
          </a:p>
          <a:p>
            <a:r>
              <a:t>每日地點猜謎：四選一、提交一次、等待隔日揭曉。</a:t>
            </a:r>
          </a:p>
          <a:p>
            <a:r>
              <a:t>公布答案與辨識線索、領取一般飼料，避免重複領獎。</a:t>
            </a:r>
          </a:p>
          <a:p>
            <a:r>
              <a:t>餵食消耗庫存、增加經驗，呈現寵物進化與年度模擬結算。</a:t>
            </a:r>
          </a:p>
          <a:p>
            <a:r>
              <a:t>正常行事曆排程；自己的寵物提醒明日幾點有事、是否叫車。</a:t>
            </a:r>
          </a:p>
          <a:p>
            <a:r>
              <a:t>可選安排交通、稍後提醒或不需要；模擬資料均明確標示。</a:t>
            </a:r>
          </a:p>
          <a:p/>
          <a:p>
            <a:r>
              <a:t>不設定開發週數。Demo 需可操作並保存寵物、飼料與作答狀態。行事曆維持一般排程用途，寵物只用於提醒呈現；確認上車點與目的地後銜接叫車入口，不自動下單。正式手機日曆、完乘及券資料未串接時，用清楚標示的模擬資料；提供日期切換以展示隔日揭曉和年度結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底部分頁：首頁、城市猜謎、行事曆、我的。</a:t>
            </a:r>
          </a:p>
          <a:p>
            <a:r>
              <a:t>首頁：自己的寵物、經驗、飼料、今日挑戰與明日提醒。</a:t>
            </a:r>
          </a:p>
          <a:p>
            <a:r>
              <a:t>城市猜謎：每日題、已提交、等待揭曉、歷史答案與收藏。</a:t>
            </a:r>
          </a:p>
          <a:p>
            <a:r>
              <a:t>行事曆：月／日行程、明日摘要、日曆授權與一般排程入口。</a:t>
            </a:r>
          </a:p>
          <a:p>
            <a:r>
              <a:t>我的：寵物收藏、年度成果、優惠券與通知設定。</a:t>
            </a:r>
          </a:p>
          <a:p>
            <a:r>
              <a:t>乘車流程提供拍照投稿入口；攝影狀態可由「我的投稿」查詢。</a:t>
            </a:r>
          </a:p>
          <a:p>
            <a:r>
              <a:t>各功能均可獨立使用，不以日曆授權阻擋領養或猜謎。</a:t>
            </a:r>
          </a:p>
          <a:p/>
          <a:p>
            <a:r>
              <a:t>原型製作請同時閱讀第17–20頁附錄。手機日曆正式串接依原生系統授權介面實作，瀏覽器原型使用明確標記的模擬資料。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核心資料：帳號、寵物、飼料庫存、餵養紀錄、完乘與投稿。</a:t>
            </a:r>
          </a:p>
          <a:p>
            <a:r>
              <a:t>核心資料：題目／正解／選項、作答、獎勵、收藏與年度成果。</a:t>
            </a:r>
          </a:p>
          <a:p>
            <a:r>
              <a:t>日曆資料：事件 ID、時間、地點、來源、同步狀態與提醒選擇。</a:t>
            </a:r>
          </a:p>
          <a:p>
            <a:r>
              <a:t>投稿狀態：待審核、合格候選、退回、正式採用。</a:t>
            </a:r>
          </a:p>
          <a:p>
            <a:r>
              <a:t>猜謎狀態：可作答、已提交、待揭曉、已揭曉、獎勵已領。</a:t>
            </a:r>
          </a:p>
          <a:p>
            <a:r>
              <a:t>日曆狀態：未授權、已連接、無明日行程、地點待補、提醒已處理。</a:t>
            </a:r>
          </a:p>
          <a:p>
            <a:r>
              <a:t>重新開啟 App 仍保留寵物、庫存與作答；後端保障獎勵只發一次。</a:t>
            </a:r>
          </a:p>
          <a:p/>
          <a:p>
            <a:r>
              <a:t>原型製作請同時閱讀第17–20頁附錄。手機日曆正式串接依原生系統授權介面實作，瀏覽器原型使用明確標記的模擬資料。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時區 Asia/Taipei；每日 20:00 開題，隔日 08:00 揭曉。</a:t>
            </a:r>
          </a:p>
          <a:p>
            <a:r>
              <a:t>每日 1 題四選一；提醒預設前一晚 20:30，可調整。</a:t>
            </a:r>
          </a:p>
          <a:p>
            <a:r>
              <a:t>每種飼料以 1 份存入庫存：一般 +10、答對追加 +20、搭乘 +30、攝影 +25。</a:t>
            </a:r>
          </a:p>
          <a:p>
            <a:r>
              <a:t>Demo 上限：每日 1 題、1 趟搭乘獎勵、1 張攝影獎勵。</a:t>
            </a:r>
          </a:p>
          <a:p>
            <a:r>
              <a:t>寵物階段：0–99 初始、100–299 成長、300 以上進化。</a:t>
            </a:r>
          </a:p>
          <a:p>
            <a:r>
              <a:t>年度成果先以當年有效餵食經驗作可配置示範，受來源每日上限限制。</a:t>
            </a:r>
          </a:p>
          <a:p>
            <a:r>
              <a:t>正式排名公式、達標門檻與券額不預設已定案。</a:t>
            </a:r>
          </a:p>
          <a:p/>
          <a:p>
            <a:r>
              <a:t>原型製作請同時閱讀第17–20頁附錄。手機日曆正式串接依原生系統授權介面實作，瀏覽器原型使用明確標記的模擬資料。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首次登入領養一次，餵食消耗庫存、增加經驗並跨階段更新外觀。</a:t>
            </a:r>
          </a:p>
          <a:p>
            <a:r>
              <a:t>模擬有效完乘與合格投稿各獎勵一次；重複點擊不重複發放。</a:t>
            </a:r>
          </a:p>
          <a:p>
            <a:r>
              <a:t>猜題只提交一次，揭曉前不洩露正解，隔日可領飼料。</a:t>
            </a:r>
          </a:p>
          <a:p>
            <a:r>
              <a:t>年度結算只使用當年紀錄，永久成長不清除。</a:t>
            </a:r>
          </a:p>
          <a:p>
            <a:r>
              <a:t>日曆拒絕授權仍可玩遊戲；更改事件後明日摘要更新。</a:t>
            </a:r>
          </a:p>
          <a:p>
            <a:r>
              <a:t>提醒用自己的寵物圖案；三個選項可操作，無地點先補充。</a:t>
            </a:r>
          </a:p>
          <a:p>
            <a:r>
              <a:t>沒有預約介面時改設定出發前叫車提醒，不自動下單。</a:t>
            </a:r>
          </a:p>
          <a:p>
            <a:r>
              <a:t>提供 Demo 控制切換揭曉日期與模擬狀態，並清楚標記。</a:t>
            </a:r>
          </a:p>
          <a:p/>
          <a:p>
            <a:r>
              <a:t>原型製作請同時閱讀第17–20頁附錄。手機日曆正式串接依原生系統授權介面實作，瀏覽器原型使用明確標記的模擬資料。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168B90"/>
                </a:solidFill>
                <a:latin typeface="Microsoft JhengHei"/>
              </a:rPr>
              <a:t>yoxi 城市同行  /  App 製作內容版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2354B"/>
                </a:solidFill>
                <a:latin typeface="Microsoft JhengHei"/>
              </a:rPr>
              <a:t>yoxi 城市同行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168B90"/>
                </a:solidFill>
                <a:latin typeface="Microsoft JhengHei"/>
              </a:rPr>
              <a:t>AI 城市猜謎 × 寵物養成 × 手機行事曆整合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35640" cy="4251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每天猜一座城市，陪你的寵物一起成長。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2026 和泰 AI 黑客松｜團隊：資興餅皮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企業挑戰：提升 yoxi 顧客主動開啟 App 的意願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本版用途：提供 App 原型製作需求，完成後再補實際截圖。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提案與原型規格；獎勵及成效數值為待驗證設定。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685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168B90"/>
                </a:solidFill>
                <a:latin typeface="Microsoft JhengHei"/>
              </a:rPr>
              <a:t>yoxi 城市同行  /  App 製作內容版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2354B"/>
                </a:solidFill>
                <a:latin typeface="Microsoft JhengHei"/>
              </a:rPr>
              <a:t>提案摘要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168B90"/>
                </a:solidFill>
                <a:latin typeface="Microsoft JhengHei"/>
              </a:rPr>
              <a:t>遊戲建立每日回訪，行事曆協助交通安排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35640" cy="4251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核心：首次登入領養寵物，透過搭車、拍照與猜謎取得飼料。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內容：真實乘客投稿城市照片，AI 生成相關地點選擇題。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養成：飼料用於餵養、成長與進化，年度活動提供優惠券等獎勵。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行事曆：串接手機既有行事曆，整理明日行程並提醒是否叫車。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寵物只參與提醒呈現，日曆排程保持一般使用方式。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提案與原型規格；獎勵及成效數值為待驗證設定。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685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168B90"/>
                </a:solidFill>
                <a:latin typeface="Microsoft JhengHei"/>
              </a:rPr>
              <a:t>yoxi 城市同行  /  App 製作內容版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2354B"/>
                </a:solidFill>
                <a:latin typeface="Microsoft JhengHei"/>
              </a:rPr>
              <a:t>企業痛點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168B90"/>
                </a:solidFill>
                <a:latin typeface="Microsoft JhengHei"/>
              </a:rPr>
              <a:t>沒有叫車需求，也有理由打開 yoxi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35640" cy="4251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待驗證假設：使用者平時缺乏叫車之外的回訪理由。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每日動機：猜城市、領飼料、餵寵物、查看成長成果。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長期動機：解鎖寵物進化與收藏，累積年度養成成果。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實用動機：前一晚查看明日重要行程，決定是否安排交通。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成效需透過原型測試與隨機實驗確認。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提案與原型規格；獎勵及成效數值為待驗證設定。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685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168B90"/>
                </a:solidFill>
                <a:latin typeface="Microsoft JhengHei"/>
              </a:rPr>
              <a:t>yoxi 城市同行  /  App 製作內容版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2354B"/>
                </a:solidFill>
                <a:latin typeface="Microsoft JhengHei"/>
              </a:rPr>
              <a:t>使用者旅程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168B90"/>
                </a:solidFill>
                <a:latin typeface="Microsoft JhengHei"/>
              </a:rPr>
              <a:t>領養、參與、餵養，再回來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35640" cy="4251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首次登入：免費領養一隻自己的寵物。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有效搭乘：獲得特殊飼料；自願拍照並合格投稿取得攝影飼料。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回家猜謎：猜其他乘客在哪裡拍攝，隔日揭曉並領一般飼料。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餵養：消耗飼料增加經驗，解鎖成長階段與收藏。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年度結算：依當年度有效養成成果，提供優勝與達標獎。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日常排程：手機行事曆獨立運作，寵物圖案提醒明日是否需叫車。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提案與原型規格；獎勵及成效數值為待驗證設定。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685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168B90"/>
                </a:solidFill>
                <a:latin typeface="Microsoft JhengHei"/>
              </a:rPr>
              <a:t>yoxi 城市同行  /  App 製作內容版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2354B"/>
                </a:solidFill>
                <a:latin typeface="Microsoft JhengHei"/>
              </a:rPr>
              <a:t>遊戲核心玩法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168B90"/>
                </a:solidFill>
                <a:latin typeface="Microsoft JhengHei"/>
              </a:rPr>
              <a:t>乘客拍城市，大家猜地點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35640" cy="4251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照片來源：乘客在有效行程中自願拍攝沿途風景。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合格條件：品質、拍攝位置與辨識線索符合要求。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題目形式：預設四選一，選項同類型、景觀相似且地理合理。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所有使用者可參加，不必當天搭車。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獎勵先入飼料庫存，再由使用者餵養寵物。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取消攝影票選與每日照片冠軍，改採地點猜謎。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提案與原型規格；獎勵及成效數值為待驗證設定。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685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168B90"/>
                </a:solidFill>
                <a:latin typeface="Microsoft JhengHei"/>
              </a:rPr>
              <a:t>yoxi 城市同行  /  App 製作內容版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2354B"/>
                </a:solidFill>
                <a:latin typeface="Microsoft JhengHei"/>
              </a:rPr>
              <a:t>領養與寵物養成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168B90"/>
                </a:solidFill>
                <a:latin typeface="Microsoft JhengHei"/>
              </a:rPr>
              <a:t>一登入，就有一隻自己的寵物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35640" cy="4251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首次登入免費領養，後續登入沿用同一隻寵物。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首頁顯示寵物、成長階段、經驗與飼料庫存。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選擇飼料並餵食，解鎖外觀、表情與城市紀念品。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永久成長不因年末結算歸零。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幾天未登入不會死亡，也不扣除既有成長。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同一隻寵物圖案用於明日行程提醒。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提案與原型規格；獎勵及成效數值為待驗證設定。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685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168B90"/>
                </a:solidFill>
                <a:latin typeface="Microsoft JhengHei"/>
              </a:rPr>
              <a:t>yoxi 城市同行  /  App 製作內容版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2354B"/>
                </a:solidFill>
                <a:latin typeface="Microsoft JhengHei"/>
              </a:rPr>
              <a:t>飼料取得與發放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168B90"/>
                </a:solidFill>
                <a:latin typeface="Microsoft JhengHei"/>
              </a:rPr>
              <a:t>搭車、拍照、猜謎取得不同飼料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35640" cy="4251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一般飼料：完成每日挑戰 +10；答對追加 +20。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特殊飼料：有效完乘 +30。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攝影飼料：照片通過品質與出題資格審核 +25。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上述數字是餵食後增加的經驗值，不是自動增加的經驗。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猜謎獎勵隔日揭曉後結算；搭乘及投稿驗證完成後發放。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合格投稿即可領取，不要求一定被正式選中出題。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原型數值可調整，各來源均設上限並防止重複領取。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提案與原型規格；獎勵及成效數值為待驗證設定。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685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168B90"/>
                </a:solidFill>
                <a:latin typeface="Microsoft JhengHei"/>
              </a:rPr>
              <a:t>yoxi 城市同行  /  App 製作內容版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2354B"/>
                </a:solidFill>
                <a:latin typeface="Microsoft JhengHei"/>
              </a:rPr>
              <a:t>照片審核與出題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168B90"/>
                </a:solidFill>
                <a:latin typeface="Microsoft JhengHei"/>
              </a:rPr>
              <a:t>AI 協助出題，正解必須核實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35640" cy="4251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檢查清晰度、曝光與重複照片。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處理人臉、車牌等敏感資訊，公開前取得投稿者確認。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結合授權位置、拍攝時間與可信地點資料核實正解。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照片需有合理線索；無法核實位置或缺乏線索則不出題。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從地點資料庫挑選相關干擾選項，確保只有一個合理正解。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合格照片進候選題庫，未必當日發布。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提案與原型規格；獎勵及成效數值為待驗證設定。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685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168B90"/>
                </a:solidFill>
                <a:latin typeface="Microsoft JhengHei"/>
              </a:rPr>
              <a:t>yoxi 城市同行  /  App 製作內容版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2354B"/>
                </a:solidFill>
                <a:latin typeface="Microsoft JhengHei"/>
              </a:rPr>
              <a:t>題目品質回饋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168B90"/>
                </a:solidFill>
                <a:latin typeface="Microsoft JhengHei"/>
              </a:rPr>
              <a:t>答對率協助改善難度，低答對率不等於好題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35640" cy="4251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101 全景：若多數人一眼答對，降低一般挑戰的選題優先度。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部分街景線索：能靠觀察作答，可優先測試同類題型。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普通牆面：沒有地理線索，即使答對率低也不適合出題。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共同評估答對率、時間、選項分布、跳題與玩家回饋。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四選一亂猜基準約 25%，需考量樣本量與地區熟悉程度。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初期使用規則與統計調整，累積資料後再訓練品質模型。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提案與原型規格；獎勵及成效數值為待驗證設定。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685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168B90"/>
                </a:solidFill>
                <a:latin typeface="Microsoft JhengHei"/>
              </a:rPr>
              <a:t>yoxi 城市同行  /  App 製作內容版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2354B"/>
                </a:solidFill>
                <a:latin typeface="Microsoft JhengHei"/>
              </a:rPr>
              <a:t>每日挑戰與揭曉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168B90"/>
                </a:solidFill>
                <a:latin typeface="Microsoft JhengHei"/>
              </a:rPr>
              <a:t>今晚猜地點，明天看答案、領飼料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35640" cy="4251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白天：收集並審核照片；晚上發布每日挑戰。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玩家觀察照片、選擇地點、確認提交。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每帳號每題只提交一次，正式提交後不可修改。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當晚不顯示正解；隔日統一公布地點與辨識線索。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領取飼料後餵寵物；獎勵不可重複領取。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正式採用的投稿者可查看參與人數與答對率。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備用題庫補足投稿不足；景點可收藏以便日後出遊。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提案與原型規格；獎勵及成效數值為待驗證設定。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685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168B90"/>
                </a:solidFill>
                <a:latin typeface="Microsoft JhengHei"/>
              </a:rPr>
              <a:t>yoxi 城市同行  /  App 製作內容版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2354B"/>
                </a:solidFill>
                <a:latin typeface="Microsoft JhengHei"/>
              </a:rPr>
              <a:t>寵物進化與年度獎勵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168B90"/>
                </a:solidFill>
                <a:latin typeface="Microsoft JhengHei"/>
              </a:rPr>
              <a:t>每天養成，年末結算當年度成果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35640" cy="4251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永久經驗：寵物長期成長，不歸零。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年度成果：只計當年度有效餵養與參與，避免歷年優勢。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年度優勝可獲 yoxi 優惠券或限定造型。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另設達標獎，提供一般玩家可達成的目標。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猜謎、投稿、搭乘的年度計分均有上限，避免單靠搭車取勝。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活動開始前公告計分、獎項、券額與異常行為審核規則。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原型先做模擬結算，正式競賽規則需另確認。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提案與原型規格；獎勵及成效數值為待驗證設定。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685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168B90"/>
                </a:solidFill>
                <a:latin typeface="Microsoft JhengHei"/>
              </a:rPr>
              <a:t>yoxi 城市同行  /  App 製作內容版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2354B"/>
                </a:solidFill>
                <a:latin typeface="Microsoft JhengHei"/>
              </a:rPr>
              <a:t>手機行事曆與寵物提醒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168B90"/>
                </a:solidFill>
                <a:latin typeface="Microsoft JhengHei"/>
              </a:rPr>
              <a:t>日曆照常排程，寵物圖案提醒明日交通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35640" cy="4251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經授權串接手機既有行事曆，使用者選擇要讀取的日曆。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行程維持正常新增、編輯、刪除，yoxi 同步整理明日安排。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前一晚使用自己的寵物圖案提醒：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「明天 09:00 有面試，是否需要提前安排叫車？」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提供「安排交通」「稍後提醒」「不需要」。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安排交通時確認起點與目的地，再提供出發建議與叫車入口。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通知可關閉、時間可設定、授權可撤銷；不綁定遊戲獎勵。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提案與原型規格；獎勵及成效數值為待驗證設定。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685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168B90"/>
                </a:solidFill>
                <a:latin typeface="Microsoft JhengHei"/>
              </a:rPr>
              <a:t>yoxi 城市同行  /  App 製作內容版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2354B"/>
                </a:solidFill>
                <a:latin typeface="Microsoft JhengHei"/>
              </a:rPr>
              <a:t>AI 與後端分工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168B90"/>
                </a:solidFill>
                <a:latin typeface="Microsoft JhengHei"/>
              </a:rPr>
              <a:t>AI 理解內容，後端執行交易與結算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35640" cy="4251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遊戲 AI：影像初篩、場景分析、相關選項生成、難度評估。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可信資料：核實位置與正解，不讓模型自行編造。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行程 AI：解析明日事件時間、地點與提醒摘要。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路線服務：估算車程、等車與緩衝時間。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後端：完乘判定、投稿上限、提交限制、飼料與年度積分結算。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使用者：確認公開照片、日曆授權、起終點及是否叫車。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拍攝精確位置不公開；原型與正式串接分開標示。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提案與原型規格；獎勵及成效數值為待驗證設定。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685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168B90"/>
                </a:solidFill>
                <a:latin typeface="Microsoft JhengHei"/>
              </a:rPr>
              <a:t>yoxi 城市同行  /  App 製作內容版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2354B"/>
                </a:solidFill>
                <a:latin typeface="Microsoft JhengHei"/>
              </a:rPr>
              <a:t>差異化與商業連結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168B90"/>
                </a:solidFill>
                <a:latin typeface="Microsoft JhengHei"/>
              </a:rPr>
              <a:t>搭乘產生內容，遊戲培養回訪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35640" cy="4251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真實乘客照片補充題庫，AI 依作答資料改善題目。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免費玩家可養成，搭乘取得特殊飼料加成。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寵物成長與年度成果提供短期及長期目標。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收藏景點提供未來出遊入口，行事曆協助重要外出。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行程提醒使用玩家寵物圖案，建立一致的個人化體驗。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22354B"/>
                </a:solidFill>
                <a:latin typeface="Microsoft JhengHei"/>
              </a:rPr>
              <a:t>• 能否增加叫車與完乘，以增量效果驗證。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提案與原型規格；獎勵及成效數值為待驗證設定。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685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168B90"/>
                </a:solidFill>
                <a:latin typeface="Microsoft JhengHei"/>
              </a:rPr>
              <a:t>yoxi 城市同行  /  App 製作內容版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2354B"/>
                </a:solidFill>
                <a:latin typeface="Microsoft JhengHei"/>
              </a:rPr>
              <a:t>效益、成本與驗證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168B90"/>
                </a:solidFill>
                <a:latin typeface="Microsoft JhengHei"/>
              </a:rPr>
              <a:t>量測回訪，也量測有效搭乘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35640" cy="4251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主要指標：自發開啟率、D7 留存、猜謎參與與餵養率。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輔助指標：合格投稿、題目品質、提醒回應及叫車轉換。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A：原版；B：猜謎與寵物；C：B 加手機行事曆與寵物提醒。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自發開啟排除推播點擊，通知帶回另行統計。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暫定目標：自發開啟 +5 個百分點，D7 留存 +3 個百分點。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目標非實測；年度競賽先以模擬結算展示。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成本包含模型、審核、儲存、素材、串接、開發與優惠券。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提案與原型規格；獎勵及成效數值為待驗證設定。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685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168B90"/>
                </a:solidFill>
                <a:latin typeface="Microsoft JhengHei"/>
              </a:rPr>
              <a:t>yoxi 城市同行  /  App 製作內容版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2354B"/>
                </a:solidFill>
                <a:latin typeface="Microsoft JhengHei"/>
              </a:rPr>
              <a:t>Demo 必須完成的功能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168B90"/>
                </a:solidFill>
                <a:latin typeface="Microsoft JhengHei"/>
              </a:rPr>
              <a:t>完成可操作的遊戲循環與明日行程提醒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35640" cy="4251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首次登入領養寵物；首頁查看寵物、經驗與飼料庫存。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模擬有效完乘取得特殊飼料；合格照片投稿取得攝影飼料。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每日地點猜謎：四選一、提交一次、等待隔日揭曉。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公布答案與辨識線索、領取一般飼料，避免重複領獎。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餵食消耗庫存、增加經驗，呈現寵物進化與年度模擬結算。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正常行事曆排程；自己的寵物提醒明日幾點有事、是否叫車。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可選安排交通、稍後提醒或不需要；模擬資料均明確標示。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提案與原型規格；獎勵及成效數值為待驗證設定。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685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168B90"/>
                </a:solidFill>
                <a:latin typeface="Microsoft JhengHei"/>
              </a:rPr>
              <a:t>yoxi 城市同行  /  App 製作內容版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2354B"/>
                </a:solidFill>
                <a:latin typeface="Microsoft JhengHei"/>
              </a:rPr>
              <a:t>App 製作附錄：頁面與入口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168B90"/>
                </a:solidFill>
                <a:latin typeface="Microsoft JhengHei"/>
              </a:rPr>
              <a:t>以下是原型實作建議，方便直接交給 Codex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35640" cy="4251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底部分頁：首頁、城市猜謎、行事曆、我的。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首頁：自己的寵物、經驗、飼料、今日挑戰與明日提醒。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城市猜謎：每日題、已提交、等待揭曉、歷史答案與收藏。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行事曆：月／日行程、明日摘要、日曆授權與一般排程入口。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我的：寵物收藏、年度成果、優惠券與通知設定。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乘車流程提供拍照投稿入口；攝影狀態可由「我的投稿」查詢。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各功能均可獨立使用，不以日曆授權阻擋領養或猜謎。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提案與原型規格；獎勵及成效數值為待驗證設定。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685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168B90"/>
                </a:solidFill>
                <a:latin typeface="Microsoft JhengHei"/>
              </a:rPr>
              <a:t>yoxi 城市同行  /  App 製作內容版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2354B"/>
                </a:solidFill>
                <a:latin typeface="Microsoft JhengHei"/>
              </a:rPr>
              <a:t>App 製作附錄：狀態與資料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168B90"/>
                </a:solidFill>
                <a:latin typeface="Microsoft JhengHei"/>
              </a:rPr>
              <a:t>讓完整互動可重現，也能持續保存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35640" cy="4251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核心資料：帳號、寵物、飼料庫存、餵養紀錄、完乘與投稿。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核心資料：題目／正解／選項、作答、獎勵、收藏與年度成果。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日曆資料：事件 ID、時間、地點、來源、同步狀態與提醒選擇。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投稿狀態：待審核、合格候選、退回、正式採用。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猜謎狀態：可作答、已提交、待揭曉、已揭曉、獎勵已領。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日曆狀態：未授權、已連接、無明日行程、地點待補、提醒已處理。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重新開啟 App 仍保留寵物、庫存與作答；後端保障獎勵只發一次。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提案與原型規格；獎勵及成效數值為待驗證設定。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685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168B90"/>
                </a:solidFill>
                <a:latin typeface="Microsoft JhengHei"/>
              </a:rPr>
              <a:t>yoxi 城市同行  /  App 製作內容版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2354B"/>
                </a:solidFill>
                <a:latin typeface="Microsoft JhengHei"/>
              </a:rPr>
              <a:t>App 製作附錄：Demo 預設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168B90"/>
                </a:solidFill>
                <a:latin typeface="Microsoft JhengHei"/>
              </a:rPr>
              <a:t>可修改的原型設定，不代表正式營運規則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35640" cy="4251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時區 Asia/Taipei；每日 20:00 開題，隔日 08:00 揭曉。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每日 1 題四選一；提醒預設前一晚 20:30，可調整。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每種飼料以 1 份存入庫存：一般 +10、答對追加 +20、搭乘 +30、攝影 +25。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Demo 上限：每日 1 題、1 趟搭乘獎勵、1 張攝影獎勵。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寵物階段：0–99 初始、100–299 成長、300 以上進化。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年度成果先以當年有效餵食經驗作可配置示範，受來源每日上限限制。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正式排名公式、達標門檻與券額不預設已定案。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提案與原型規格；獎勵及成效數值為待驗證設定。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685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168B90"/>
                </a:solidFill>
                <a:latin typeface="Microsoft JhengHei"/>
              </a:rPr>
              <a:t>yoxi 城市同行  /  App 製作內容版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2354B"/>
                </a:solidFill>
                <a:latin typeface="Microsoft JhengHei"/>
              </a:rPr>
              <a:t>App 製作附錄：驗收清單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0972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168B90"/>
                </a:solidFill>
                <a:latin typeface="Microsoft JhengHei"/>
              </a:rPr>
              <a:t>交付可操作的原型，後續再補簡報截圖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35640" cy="4251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首次登入領養一次，餵食消耗庫存、增加經驗並跨階段更新外觀。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模擬有效完乘與合格投稿各獎勵一次；重複點擊不重複發放。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猜題只提交一次，揭曉前不洩露正解，隔日可領飼料。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年度結算只使用當年紀錄，永久成長不清除。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日曆拒絕授權仍可玩遊戲；更改事件後明日摘要更新。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提醒用自己的寵物圖案；三個選項可操作，無地點先補充。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沒有預約介面時改設定出發前叫車提醒，不自動下單。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354B"/>
                </a:solidFill>
                <a:latin typeface="Microsoft JhengHei"/>
              </a:rPr>
              <a:t>• 提供 Demo 控制切換揭曉日期與模擬狀態，並清楚標記。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100584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提案與原型規格；獎勵及成效數值為待驗證設定。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685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